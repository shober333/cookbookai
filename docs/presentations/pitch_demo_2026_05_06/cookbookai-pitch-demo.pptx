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3161533004c44" /><Relationship Type="http://schemas.openxmlformats.org/officeDocument/2006/relationships/extended-properties" Target="/docProps/app.xml" Id="Rd814a127839e406b" /><Relationship Type="http://schemas.openxmlformats.org/officeDocument/2006/relationships/officeDocument" Target="/ppt/presentation.xml" Id="Rebf96941d0c540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dee27950e948ed"/>
  </p:sldMasterIdLst>
  <p:notesMasterIdLst>
    <p:notesMasterId xmlns:r="http://schemas.openxmlformats.org/officeDocument/2006/relationships" r:id="R9a87ccfb67ac40d6"/>
  </p:notesMasterIdLst>
  <p:sldIdLst>
    <p:sldId xmlns:r="http://schemas.openxmlformats.org/officeDocument/2006/relationships" id="256" r:id="Rf034f9ef8f3c4279"/>
    <p:sldId xmlns:r="http://schemas.openxmlformats.org/officeDocument/2006/relationships" id="257" r:id="R8300b9072f3a4505"/>
    <p:sldId xmlns:r="http://schemas.openxmlformats.org/officeDocument/2006/relationships" id="258" r:id="Rfc7a176282594453"/>
    <p:sldId xmlns:r="http://schemas.openxmlformats.org/officeDocument/2006/relationships" id="259" r:id="Rca79d34bd15f414e"/>
    <p:sldId xmlns:r="http://schemas.openxmlformats.org/officeDocument/2006/relationships" id="260" r:id="Ra704ebf9194648eb"/>
    <p:sldId xmlns:r="http://schemas.openxmlformats.org/officeDocument/2006/relationships" id="261" r:id="R1602772cf70b4042"/>
    <p:sldId xmlns:r="http://schemas.openxmlformats.org/officeDocument/2006/relationships" id="262" r:id="R3a0739631f4f49eb"/>
    <p:sldId xmlns:r="http://schemas.openxmlformats.org/officeDocument/2006/relationships" id="263" r:id="Rdd5655191745465c"/>
    <p:sldId xmlns:r="http://schemas.openxmlformats.org/officeDocument/2006/relationships" id="264" r:id="Rd37152007ac64708"/>
    <p:sldId xmlns:r="http://schemas.openxmlformats.org/officeDocument/2006/relationships" id="265" r:id="Reb8f826264a848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ee27950e948ed" /><Relationship Type="http://schemas.openxmlformats.org/officeDocument/2006/relationships/theme" Target="/ppt/theme/theme1.xml" Id="R6a3e33194d6c477e" /><Relationship Type="http://schemas.openxmlformats.org/officeDocument/2006/relationships/notesMaster" Target="/ppt/notesMasters/notesMaster1.xml" Id="R9a87ccfb67ac40d6" /><Relationship Type="http://schemas.openxmlformats.org/officeDocument/2006/relationships/presProps" Target="/ppt/presProps.xml" Id="R3e6aba7a900e4f50" /><Relationship Type="http://schemas.openxmlformats.org/officeDocument/2006/relationships/viewProps" Target="/ppt/viewProps.xml" Id="Rb2f3a50504ce4970" /><Relationship Type="http://schemas.openxmlformats.org/officeDocument/2006/relationships/tableStyles" Target="/ppt/tableStyles.xml" Id="R7ad75818106d44aa" /><Relationship Type="http://schemas.openxmlformats.org/officeDocument/2006/relationships/slide" Target="/ppt/slides/slide1.xml" Id="Rf034f9ef8f3c4279" /><Relationship Type="http://schemas.openxmlformats.org/officeDocument/2006/relationships/slide" Target="/ppt/slides/slide2.xml" Id="R8300b9072f3a4505" /><Relationship Type="http://schemas.openxmlformats.org/officeDocument/2006/relationships/slide" Target="/ppt/slides/slide3.xml" Id="Rfc7a176282594453" /><Relationship Type="http://schemas.openxmlformats.org/officeDocument/2006/relationships/slide" Target="/ppt/slides/slide4.xml" Id="Rca79d34bd15f414e" /><Relationship Type="http://schemas.openxmlformats.org/officeDocument/2006/relationships/slide" Target="/ppt/slides/slide5.xml" Id="Ra704ebf9194648eb" /><Relationship Type="http://schemas.openxmlformats.org/officeDocument/2006/relationships/slide" Target="/ppt/slides/slide6.xml" Id="R1602772cf70b4042" /><Relationship Type="http://schemas.openxmlformats.org/officeDocument/2006/relationships/slide" Target="/ppt/slides/slide7.xml" Id="R3a0739631f4f49eb" /><Relationship Type="http://schemas.openxmlformats.org/officeDocument/2006/relationships/slide" Target="/ppt/slides/slide8.xml" Id="Rdd5655191745465c" /><Relationship Type="http://schemas.openxmlformats.org/officeDocument/2006/relationships/slide" Target="/ppt/slides/slide9.xml" Id="Rd37152007ac64708" /><Relationship Type="http://schemas.openxmlformats.org/officeDocument/2006/relationships/slide" Target="/ppt/slides/slide10.xml" Id="Reb8f826264a848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5cee075767849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17607438d4e84" /><Relationship Type="http://schemas.openxmlformats.org/officeDocument/2006/relationships/notesMaster" Target="/ppt/notesMasters/notesMaster1.xml" Id="Raa3e616926f7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26e3c971a4d67" /><Relationship Type="http://schemas.openxmlformats.org/officeDocument/2006/relationships/notesMaster" Target="/ppt/notesMasters/notesMaster1.xml" Id="R0fcb7a7f97194a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ddfa581d95450f" /><Relationship Type="http://schemas.openxmlformats.org/officeDocument/2006/relationships/notesMaster" Target="/ppt/notesMasters/notesMaster1.xml" Id="R83f82a165fb845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b5b2393544482" /><Relationship Type="http://schemas.openxmlformats.org/officeDocument/2006/relationships/notesMaster" Target="/ppt/notesMasters/notesMaster1.xml" Id="R5cbff0723c3a4e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c421ae2b8e4cb5" /><Relationship Type="http://schemas.openxmlformats.org/officeDocument/2006/relationships/notesMaster" Target="/ppt/notesMasters/notesMaster1.xml" Id="R5d45b06270c243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5dd57c89a44f7a" /><Relationship Type="http://schemas.openxmlformats.org/officeDocument/2006/relationships/notesMaster" Target="/ppt/notesMasters/notesMaster1.xml" Id="R02cfff2c0e0d4e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b494b21299484f" /><Relationship Type="http://schemas.openxmlformats.org/officeDocument/2006/relationships/notesMaster" Target="/ppt/notesMasters/notesMaster1.xml" Id="R002953c5e6fd4f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3dd0440e4f4db1" /><Relationship Type="http://schemas.openxmlformats.org/officeDocument/2006/relationships/notesMaster" Target="/ppt/notesMasters/notesMaster1.xml" Id="R573cf5f285284c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f4836742fa4a89" /><Relationship Type="http://schemas.openxmlformats.org/officeDocument/2006/relationships/notesMaster" Target="/ppt/notesMasters/notesMaster1.xml" Id="R1f3179f655e94d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2c876120b44c56" /><Relationship Type="http://schemas.openxmlformats.org/officeDocument/2006/relationships/notesMaster" Target="/ppt/notesMasters/notesMaster1.xml" Id="R31451fe4659246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6813ea39e4a5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9e7478659044c74" /><Relationship Type="http://schemas.openxmlformats.org/officeDocument/2006/relationships/slideLayout" Target="/ppt/slideLayouts/slideLayout2.xml" Id="R77e5ffe3d80d4e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5ffe3d80d4e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a5e4a621044863" /><Relationship Type="http://schemas.openxmlformats.org/officeDocument/2006/relationships/image" Target="/ppt/media/image.png" Id="R7c621e4d372c45cc" /><Relationship Type="http://schemas.openxmlformats.org/officeDocument/2006/relationships/notesSlide" Target="/ppt/notesSlides/notesSlide1.xml" Id="R2a23bc8845e04a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a167d26cf468b" /><Relationship Type="http://schemas.openxmlformats.org/officeDocument/2006/relationships/notesSlide" Target="/ppt/notesSlides/notesSlide2.xml" Id="R8f15c9440b274f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10b6c7fbf40f9" /><Relationship Type="http://schemas.openxmlformats.org/officeDocument/2006/relationships/image" Target="/ppt/media/image2.png" Id="R95d4de2a3b414dcd" /><Relationship Type="http://schemas.openxmlformats.org/officeDocument/2006/relationships/image" Target="/ppt/media/image3.png" Id="Rc9720642ca7b4d02" /><Relationship Type="http://schemas.openxmlformats.org/officeDocument/2006/relationships/image" Target="/ppt/media/image4.png" Id="Rcdbcae3648cf4cb8" /><Relationship Type="http://schemas.openxmlformats.org/officeDocument/2006/relationships/image" Target="/ppt/media/image5.png" Id="Rc65ed73472484255" /><Relationship Type="http://schemas.openxmlformats.org/officeDocument/2006/relationships/notesSlide" Target="/ppt/notesSlides/notesSlide3.xml" Id="R4908fb2c20ed4c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61d3ee30834474" /><Relationship Type="http://schemas.openxmlformats.org/officeDocument/2006/relationships/image" Target="/ppt/media/image6.png" Id="R198376f6a68c4feb" /><Relationship Type="http://schemas.openxmlformats.org/officeDocument/2006/relationships/image" Target="/ppt/media/image7.png" Id="R9dc17343dd3b4c2b" /><Relationship Type="http://schemas.openxmlformats.org/officeDocument/2006/relationships/image" Target="/ppt/media/image8.png" Id="R69ad2a1caf3f41dc" /><Relationship Type="http://schemas.openxmlformats.org/officeDocument/2006/relationships/notesSlide" Target="/ppt/notesSlides/notesSlide4.xml" Id="Rc5290767dafe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b8dc48f874e75" /><Relationship Type="http://schemas.openxmlformats.org/officeDocument/2006/relationships/image" Target="/ppt/media/image9.png" Id="Rba215e6b1d934bba" /><Relationship Type="http://schemas.openxmlformats.org/officeDocument/2006/relationships/notesSlide" Target="/ppt/notesSlides/notesSlide5.xml" Id="Rb0be08ee7f3042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9c69ae169414f" /><Relationship Type="http://schemas.openxmlformats.org/officeDocument/2006/relationships/image" Target="/ppt/media/image10.png" Id="R3d68a42d3c584296" /><Relationship Type="http://schemas.openxmlformats.org/officeDocument/2006/relationships/image" Target="/ppt/media/image11.png" Id="R80cd2930942248c4" /><Relationship Type="http://schemas.openxmlformats.org/officeDocument/2006/relationships/notesSlide" Target="/ppt/notesSlides/notesSlide6.xml" Id="R5a96a9314ad341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2a80b843f45e8" /><Relationship Type="http://schemas.openxmlformats.org/officeDocument/2006/relationships/notesSlide" Target="/ppt/notesSlides/notesSlide7.xml" Id="R855680250ce843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6e436f5acc46c8" /><Relationship Type="http://schemas.openxmlformats.org/officeDocument/2006/relationships/notesSlide" Target="/ppt/notesSlides/notesSlide8.xml" Id="R3b5e3629959742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e7f23c76b84180" /><Relationship Type="http://schemas.openxmlformats.org/officeDocument/2006/relationships/notesSlide" Target="/ppt/notesSlides/notesSlide9.xml" Id="Rb9af50bed46543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33ee0a2814fc4" /><Relationship Type="http://schemas.openxmlformats.org/officeDocument/2006/relationships/image" Target="/ppt/media/image12.png" Id="R528d72566d1f4b68" /><Relationship Type="http://schemas.openxmlformats.org/officeDocument/2006/relationships/notesSlide" Target="/ppt/notesSlides/notesSlide10.xml" Id="R29abfcb30f3e46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3723D8-8AAB-4565-82B6-F52F3E37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711F57-B0D1-44E6-AC0A-3DB0FA0B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1AB337-FF07-4E6E-9B2D-70FC39A3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PITCH DEMO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D5F1414-6801-4900-B306-BC7A991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953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CookbookAI brings recipes home.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DAB74-C50F-4EE2-AFD3-45EBB663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A personal cookbook that imports recipes from websites and YouTube, then adapts them to the kitchen a user actually has.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ADE7F-01A6-48A5-90DB-A2EC137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B6A21-130F-4E7C-B877-8224A3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Import from recipe pages and YouTube links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9DF04-7175-4B68-8C98-762F7915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4A0BD-B4B1-458F-9705-B2AAE3BA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Extract, structure, and adapt method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33797-7F2E-4A68-A43A-DFF5768E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Library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96CE6-7E4F-41A1-940A-B3F0850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81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Save the result as a private recipe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BC44F-21D1-4385-A27E-EFEAD2B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771525"/>
            <a:ext cx="53530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21e4d372c45cc"/>
          <a:srcRect xmlns:a="http://schemas.openxmlformats.org/drawingml/2006/main" l="9912" t="0" r="9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781050"/>
            <a:ext cx="5334000" cy="4381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ECC90-9E5A-4AF7-A61A-13B741F4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3048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FB60A-52EC-4DAB-955F-82016B30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67350"/>
            <a:ext cx="2857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WARM DOMESTIC + EDITORIAL DISCIPLINE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1C4BC-08AC-471F-A431-E9F7F29D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ED5BB-01DF-4C05-ABD1-C9FE7E1E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85D8A-CACA-4555-85E6-886BB85C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00289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C2EFE-F7F3-42C7-BCD2-CCE220A2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71212F4-C057-44E5-94BB-2D3133C5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BDEF4C-A67E-448F-907E-0E1E1985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8080F35-0EC0-4CF2-998C-799B9E15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Home cooks discover everywhere, but cook from nowhere.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606BC-48E8-4222-A981-EF0FFF77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Recipes live across blogs, videos, screenshots, bookmarks, and pasted notes. The saving is messy; the adapting is still manual.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27803-FEED-4B43-A234-7813322B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89D07-3AAF-482B-A2DD-00241B28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Recipe sites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5705B-47EB-49BC-B535-89ED50F6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Long pages, paywalls, JS-heavy markup, SEO clutter.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0EEA8-76C4-489F-8433-49B6C015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F910D-C765-43A9-9E85-73D08B8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YouTube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B88D1-1EBC-4794-9A08-4F1A2AAC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Recipe may be a blog link, description text, or transcript.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31466-0E09-4CA3-9C76-BF9DAEA2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528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F3C6D-6C90-4A92-BF4B-3DEB52C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9567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Kitchen reality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8F8E6-33DA-4AC0-AFB9-D17A220C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Different servings, units, appliances, and pantry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DDC4D-408E-44B5-8CCF-C678DCF6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243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FCC5C-A8F5-4708-9ED9-3FB9CA61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67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5A6F2-9A0E-4780-93CC-63E8AF1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Today the cook does the reconciliation.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FAD43-50DF-435B-B346-7B7311B5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DBCF6-764C-4067-9248-45636CF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Friction compounds at the exact moment the user wants to cook, not organize.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09721-D25D-4394-B616-87066465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F8556-4487-49DE-B4CE-4C715BA1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31691-872F-479A-8860-A2280B11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73054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0B60B-3C14-48A2-8417-2D54E506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D48DDBA-0A07-4BE3-A8F2-767A908A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B89FCB-CAC2-4E01-AA75-BD7208E0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3A4E5B3-F327-4799-8F79-1B000D5C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The app collapses discovery, extraction, and adaptation into one kitchen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D35D8-BBC9-4B11-8B54-02756D6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10985-7BC0-409B-9518-CC47F90D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1609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Bring it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43BF7-C0D6-48F4-87E5-8FA9E59F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1609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URL, YouTube, or pasted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E948A-176E-4B96-A054-738A3CF2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8257C-88BF-4DD6-8B78-A745CCB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22CFE-1F78-40D5-B442-547514CE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97895-6428-443F-A712-BDCA3459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03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Structure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026C0-191A-402B-9912-45F7DB97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5280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AI returns title, ingredients, servings,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82433-DD53-468B-B091-6B726207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6F571-7E3A-4DF1-9F09-F3C52BA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AB20F-E184-47BE-A633-EEEA2B88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60F50-6185-4DBF-B848-0B4DD62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Keep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25539-F4B9-4CC3-9AD0-ADB1562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5280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Private library with search and source provenance.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93D89-A1E5-435E-B2AD-4A129325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DA7E8-644C-42E0-BD0B-00457281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CA135-E512-43D2-887E-2DB29E4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962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2F547-3596-4340-8D3D-6937353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003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Make it yours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B83CE-36F9-4F61-8A0B-713231AA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52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Scale servings, convert units, adapt to equipment.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F28DF-DC7D-411F-BC76-D9A44E7E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C7A60"/>
                </a:solidFill>
                <a:latin typeface="Aptos"/>
                <a:ea typeface="Aptos"/>
                <a:cs typeface="Aptos"/>
              </a:rPr>
              <a:t>ACTUAL PRODUCT STATES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6A9D7-CF27-4283-905F-3452BAEA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81525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4de2a3b414dcd"/>
          <a:srcRect xmlns:a="http://schemas.openxmlformats.org/drawingml/2006/main" l="240" t="0" r="2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591050"/>
            <a:ext cx="2190750" cy="12382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E8C5F-6D59-4D49-B77A-C019555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81525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20642ca7b4d02"/>
          <a:srcRect xmlns:a="http://schemas.openxmlformats.org/drawingml/2006/main" l="240" t="0" r="2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4591050"/>
            <a:ext cx="2190750" cy="12382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B38E48-3503-47F7-BBF4-6AC13E5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581525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cae3648cf4cb8"/>
          <a:srcRect xmlns:a="http://schemas.openxmlformats.org/drawingml/2006/main" l="0" t="7089" r="0" b="70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4591050"/>
            <a:ext cx="2190750" cy="12382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B424DB-E6C9-4287-91CF-501C52E7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81525"/>
            <a:ext cx="2209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ed73472484255"/>
          <a:srcRect xmlns:a="http://schemas.openxmlformats.org/drawingml/2006/main" l="0" t="11802" r="0" b="118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0125" y="4591050"/>
            <a:ext cx="2190750" cy="12382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568E2-2F73-48EE-AF9E-E976EEA3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The value is not another recipe box. It is a maintained cooking workflow.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E27268-4287-4673-A46B-DA5B6DF1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F82D0C-4BFF-424B-839B-FA229BC1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06F076-F4DD-4BC9-9662-53B8EEF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50177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F0338-69B7-477F-9005-1E472B80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F3326A-891F-44C3-934B-5F7DF14C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5EE487-A76E-4888-9CB3-4894BBC8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DEMO SEQUENCE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53B7921-46D6-4F86-B33C-D8E3DBCD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The demo reads as three simple user moments.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8AD47-786E-4903-AD5C-318C0DB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Paste a link. See the extraction state. Open the saved recipe as a clean, cookable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CA346-D830-479C-A651-2A28C574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71775"/>
            <a:ext cx="33051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376f6a68c4feb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781300"/>
            <a:ext cx="3286125" cy="1847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D66E8-5369-40D2-B006-FFF27C45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71775"/>
            <a:ext cx="33051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17343dd3b4c2b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2781300"/>
            <a:ext cx="3286125" cy="1847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27319-9046-4678-86AB-5AD987BD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771775"/>
            <a:ext cx="33051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d2a1caf3f41dc"/>
          <a:srcRect xmlns:a="http://schemas.openxmlformats.org/drawingml/2006/main" l="0" t="7309" r="0" b="7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2781300"/>
            <a:ext cx="3286125" cy="1847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DA165-CACC-427E-BED3-C55E1724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19614-2C21-46A9-A541-EDBC6377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1. READ THE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E9D75-1D10-4E12-84E1-0259CB21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9585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71548-C717-41BD-A8AE-70EAE33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5300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2. SAVE TO LIBRARY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FB54F-85FA-487B-86AD-ABEB32B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9585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2B3E6-A91B-4876-8E76-5B930EC4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5300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3. COOK FROM RECIPE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D6F39-32A9-493F-9312-8DC3FA6F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The screenshots are intentionally quiet: typography, source metadata, and ingredient structure do the work.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6079C-66B9-4EDB-980F-4FFE8FBE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49FF6-27E4-42ED-8BE5-1D22020C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4D101-27CA-400B-842A-0730D6C6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65777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72AAC-F942-43A5-9848-434B1351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16DEBD-5DC4-4021-9827-2FBDB9FB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963B17B-F41E-4D7F-9864-0A5EC319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IMPORT RESILIENCE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38766C4-8B65-4C74-A6AC-9171155F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YouTube is treated as a source tree, not a dead 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036D3-0207-4198-88D4-C5C440B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42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200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CookbookAI first follows recipe-looking links, then recipe text in the description, then public transcript fallback. Sprint 7 plans an opt-in video-capable AI fallback after those paths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088C5-633F-4510-81A0-EC5E72E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14675"/>
            <a:ext cx="40195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15e6b1d934bba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124200"/>
            <a:ext cx="400050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85C43-79D0-4257-B6D3-203421B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EBEFF-3D03-4145-8E68-52B1E353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241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YouTube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B3EE4-EF9A-4834-8781-A37F1057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76600"/>
            <a:ext cx="146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Watch, shorts, or youtu.be input.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96A90-5EC2-4EEC-87BA-A78B8DC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527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3A6DC-EC98-472B-A40E-91A900B3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95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80703-FE30-41E3-9268-7CE4C46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656E6-DD39-4AFA-97CB-9B2588FE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43175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Description 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C92E4-7A6B-4828-9648-B63C6F98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1943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Prefer recipe-looking blog URLs over sponsor links.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82ADB-6630-43B9-A9CA-3D68B83D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557F7-F8F2-41C8-B542-B887AE51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14725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Description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BEDB4-88C6-4327-AB5D-D0D1BDCC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67150"/>
            <a:ext cx="1943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Extract when the recipe is written in the video description.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BF9D4-C754-4D2D-988C-2127075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BDC58-6116-487F-B17F-730028B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Public transcript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8E484-6958-4254-BAFC-76DD8F85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38700"/>
            <a:ext cx="1943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Fallback only when link and text paths fail.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A4996-017E-45B2-86E2-2D38867F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9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4BA10-80E4-4B8B-AC9F-D939F290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53050"/>
            <a:ext cx="504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Source continuity: original video metadata can stay attached even when the recipe resolves through another URL.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DFEE7A-9933-4FFA-AFB8-416962D2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8351E3-6FA3-4AC8-85F8-5F76E9FF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4760A-C5D6-4F3C-BA68-32A6043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23406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EA06E-1994-4848-8FF5-286B8FE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6EDA6F-F330-475B-A379-1E65BE17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F6719D-F659-46D8-9D85-DA65B316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PERSONALIZATION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54AAD69-9DE9-4892-B84B-4B4918DA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Adaptation starts from the kitchen the user actually has.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D69B5-AA2A-4ABA-99DE-3EC3A537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A saved equipment profile gives the AI a grounded constraint. The original method remains intact; adapted steps are shown as a version the cook can accept or discard.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190EB-54CD-402B-B3B2-4DF96A90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4781550" cy="2695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8a42d3c584296"/>
          <a:srcRect xmlns:a="http://schemas.openxmlformats.org/drawingml/2006/main" l="0" t="44" r="0" b="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3105150"/>
            <a:ext cx="4762500" cy="2676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067C6-5ADF-4B01-AE73-CDC77F89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1775"/>
            <a:ext cx="4400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d2930942248c4"/>
          <a:srcRect xmlns:a="http://schemas.openxmlformats.org/drawingml/2006/main" l="0" t="1811" r="0" b="1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2781300"/>
            <a:ext cx="4381500" cy="3124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A1FD6-96BC-4440-9BF0-D190DC6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00075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88BE1-9D3C-42D6-8806-E651423A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05790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EQUIPMENT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3859B-31A0-4647-BD53-55B26DB5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000750"/>
            <a:ext cx="1809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0A7B2-9629-4A06-A6B7-FD1AF327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05790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ADAPTED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23B80-3DBD-4725-A36C-4454E824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AI changes the method, not the cook.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86370-0049-416C-B10F-1E4C751B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DD393-4B8E-4ACF-B726-2E9405E2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E6652-B854-4961-A0F5-BA55B3BC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45788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486BC2-499D-46DD-9C6B-B960DADF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606536-95A5-46DE-968E-A316BB0F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76D6A8-3BB1-4AC5-837E-24CE92C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TRUST POSTURE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4EFD548-3599-4852-9545-5D81E34B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The AI boundary is useful because it is constrained.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50C8E-F906-4A8C-B646-3A8D744C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47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The product posture is not magic. It is typed JSON output, source provenance, private recipes, and provider routing that can be swapped without changing the user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957BA-9B51-4B1F-A738-8440489F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1695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B3B63-1515-4974-8C7C-D69D5F82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16B63-B80F-4629-AD79-D62DB00A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86175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URL, YouTube, or pasted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03386-FAE1-4551-AA9C-F0631D9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195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CA55A-5B2F-4617-A550-AD9D196A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CF20A-3799-474C-93C1-7A8E6EB8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0375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2A27A-8886-4FA5-9A6A-4BEAFC5F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Source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50593-1D2D-47F4-B9BE-8F1C3722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Fetch, YouTube description/transcript, optional Browserbase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0631F-4FAB-4422-A880-15231ACA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195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C5DE6-C82C-4964-AE55-877A8C3C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DB035-DDFB-42E9-A44B-F48D16E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0375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61B24-7848-4045-A587-B4E07519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AI 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AD642-7825-40FB-BFAF-7AD39894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95675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Ollama locally; Gemini production default; Groq planned for 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FB6E8-79C2-49A9-953D-471DD6FA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195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63670-D8AB-4675-8A85-4FA59571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62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E0C33-772C-47EE-BA24-B627542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003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DB6DA-5CD6-49AD-B458-C850EBBD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Recipe 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3E921-D359-44CD-BE8F-3BF48138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95675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Private library, original source, adapted steps preserved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F8C94-9D61-46FF-ACEE-5077BCBC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91A27-92DF-4787-9E78-35CFB82E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2333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0C68C-1C2D-4BE4-90E8-C059D9F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2143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5A47"/>
                </a:solidFill>
                <a:latin typeface="Aptos"/>
                <a:ea typeface="Aptos"/>
                <a:cs typeface="Aptos"/>
              </a:rPr>
              <a:t>NO USER-FACING PROVIDER TOGGLE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04C7D7-E355-4C3B-9E5B-6B0E731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2809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B38360-27CE-4866-9F62-9B015310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6193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5A47"/>
                </a:solidFill>
                <a:latin typeface="Aptos"/>
                <a:ea typeface="Aptos"/>
                <a:cs typeface="Aptos"/>
              </a:rPr>
              <a:t>NO PAYWALL OR PRIVATE-CONTENT BYPASS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7B6C9-3EA6-4B64-8599-233657B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2952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46603E-E0CF-4211-8045-F0CA210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24450"/>
            <a:ext cx="2762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5A47"/>
                </a:solidFill>
                <a:latin typeface="Aptos"/>
                <a:ea typeface="Aptos"/>
                <a:cs typeface="Aptos"/>
              </a:rPr>
              <a:t>ORIGINAL AND ADAPTED STEPS STAY SEPARATE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B5BF12-3F33-4210-A9A0-4678EDE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9633F-A448-432F-BAD2-E16FF607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6ECD5A-CA96-4C88-A3E7-A0FF2FE1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30952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ADF86-555F-4C8A-8032-217E62CC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45178D0-ECFA-4BC6-A4C7-262873AB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D584D5-CFC8-49A6-92B5-E869A1A7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C87F96A-1EA1-4188-9D51-71E187DB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71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The cost story improves as the library learns what it has already seen.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CF325-B90D-4641-8ABD-4AD58052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No fabricated unit economics here: the current product uses architecture choices that make the expensive work avoidable or configurable.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4B0D-53F7-40DB-8D63-F5BCA2BD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5241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1F4B7-D04D-4DB7-B6DB-72DF3BC5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Reuse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A436A-6707-4677-A597-3F41C022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URL deduplication copies known recipes instead of repeating AI extraction.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645C1-CE47-481C-B631-983C40A4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5241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3EDAE-E0E5-4606-9824-A6376AA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Serverless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172DF-14EA-495B-A071-AFCBBBD9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Vercel functions and managed Postgres avoid an always-on backend server.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B6A0A-A197-493A-AA60-855D04A3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5241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F526F-92A1-43FB-91A4-4DA1973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Providers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66126-5A2F-42CB-B651-26DA148F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Ollama, Gemini, Anthropic fallback, and planned Groq branch stay behind one boundary.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6BC70-C9EA-4686-978E-BFA4604F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976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E4F3D-EC31-433C-8F8C-0DEB6E80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05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C7A60"/>
                </a:solidFill>
                <a:latin typeface="Aptos"/>
                <a:ea typeface="Aptos"/>
                <a:cs typeface="Aptos"/>
              </a:rPr>
              <a:t>PITCH-SAFE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60480-4A5C-48E6-845D-BF63C21C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The deck should not claim revenue, retention, or cost reduction percentages until live product data exists.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F4B46-D81B-4AF9-B829-8ACE15B4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FFAF2-E924-4E9C-B960-25A040B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AA4C6-6DE9-4837-A93F-F9E5E461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46803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CD4491-6C35-4DAD-B015-0EACF839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9635155-D278-427D-A6A1-25EE7569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A8B6F4-16E3-478A-ABCE-AB46284B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8B0A77D-A08E-4311-90CC-433DFD2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Sprint 7 turns reliable import into richer, safer recipe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31E20-5D3B-4D36-BC02-F549A06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The next planned sprint keeps the same product discipline: nutrition uses USDA data, video fallback stays opt-in, and Groq is text-only provider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F206C-8C1F-4937-9A21-0AEA37D7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91E8B-AF9E-4606-B609-36E2037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Macro estimates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A6CE4-3052-48EB-84B1-ACCA44B3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51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Calories, protein, carbs, fat per serving and full recipe. USDA source; uncertainty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D27F3-3631-4F3E-81C8-41B94D4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957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D0DCF-69B0-489D-B7A2-4A87870D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38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B4FD9-EF9B-49CC-A4A1-E7F832C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735E7-4AC2-415F-B591-075378D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81375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Direct video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95AF3-6B14-44AD-B6B5-B4D665C7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33800"/>
            <a:ext cx="251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Only after link, description, and transcript fail. Disabled by default; Gemini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0E660-CD64-49A7-A431-275CAD58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957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544AB-B305-42CA-BD47-8A523EEC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38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7496E-FB02-46FC-8D82-16489E73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582E4-5E0C-45B5-8187-2CAD640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81375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Groq GPT-OSS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DAF11-9F2C-46E4-9464-B47919BA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251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Configurable text provider branch for extraction and adaptation smoke tests.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6A08B-C22F-4A35-977A-0DC730DB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B5C14-7240-43E1-94D8-A0DD95F0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762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313FD-CE7D-43F1-BE95-83FE3731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86400"/>
            <a:ext cx="1571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5A47"/>
                </a:solidFill>
                <a:latin typeface="Aptos"/>
                <a:ea typeface="Aptos"/>
                <a:cs typeface="Aptos"/>
              </a:rPr>
              <a:t>PLANNED, NOT SHIPPED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1E83C-7B12-454B-94B4-32B2B8E0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9115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Pitch framing: CookbookAI is learning to recover more recipes while staying explicit about source, confidence, and provider capability.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7F3D3-A5EE-49BA-BE7E-6CFB740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DEB9F-1246-4DF8-A753-A4B16457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BC6F2-FF12-475D-B8FD-C338E31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07228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916699-A458-42DF-BC6D-9A8DF7F2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1E637-5823-43F2-A677-DAC97B8D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657225"/>
            <a:ext cx="41148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d72566d1f4b68"/>
          <a:srcRect xmlns:a="http://schemas.openxmlformats.org/drawingml/2006/main" l="2801" t="0" r="28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666750"/>
            <a:ext cx="4095750" cy="2857500"/>
          </a:xfrm>
          <a:prstGeom xmlns:a="http://schemas.openxmlformats.org/drawingml/2006/main" prst="rect">
            <a:avLst/>
          </a:prstGeom>
        </p:spPr>
      </p:pic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840255-C7F8-489D-A6A8-7E1C6C0A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B85C38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B90334-6CA9-4316-B01E-77DCAE63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9418E6C-CD74-40CA-95D5-9C3B4A0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90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The pitch ask: validate the kitchen loop with real recipe 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0D4DE-6AD3-4441-8CB1-E2373061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B5A47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B5A47"/>
                </a:solidFill>
                <a:latin typeface="Georgia"/>
                <a:ea typeface="Georgia"/>
                <a:cs typeface="Georgia"/>
              </a:rPr>
              <a:t>The strongest next demo is not a feature tour. It is a live import/adapt loop using messy URLs and videos the audience already knows.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3AA5E-62C6-4385-AEF9-4D83AE9D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22D18-F97F-48E3-9361-0A21CCF9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1. Bring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24125-1C84-4FB4-900A-7F720257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719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A small set of real recipe URLs, YouTube videos, and pasted recipes.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3D5AA-BE5C-4267-9E25-46E093B2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7662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9CD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FA82F-5DAC-44C1-8DA1-56C1E454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2. Run the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73972-1958-4FBC-827F-D36C3799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719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Import, save, scale, convert units, adapt to available equipment.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88870-5050-4D0B-AFD1-5D7A2034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662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7824D-642B-45F0-A391-81561DE1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3. Decide the wedge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EABF9-7B8B-4403-967A-B9AE0B3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719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B5A4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5A47"/>
                </a:solidFill>
                <a:latin typeface="Aptos"/>
                <a:ea typeface="Aptos"/>
                <a:cs typeface="Aptos"/>
              </a:rPr>
              <a:t>Which pain wins first: import reliability, kitchen adaptation, or macro estimates.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BE0A5-297B-48A2-B2C9-D77EB99D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14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4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D66B2-155A-4A1D-BB7F-E626E3CC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1952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DEMO-READY NARRATIVE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B4045-7A39-4052-BC84-3463425D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95875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F14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2A1F14"/>
                </a:solidFill>
                <a:latin typeface="Georgia"/>
                <a:ea typeface="Georgia"/>
                <a:cs typeface="Georgia"/>
              </a:rPr>
              <a:t>CookbookAI is a calmer way to turn internet recipes into something someone can cook tonight.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D15E7-781D-480E-8605-AFEC1C43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A5272-03A0-4756-93E3-90E56F6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CookbookAI pitch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95E24-B3E6-4F36-B4A3-B37FC3B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96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C7A6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C7A6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1946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2026-05-06T08:44:28.3320000Z</dcterms:created>
  <dcterms:modified xsi:type="dcterms:W3CDTF">2026-05-06T08:44:28.3320000Z</dcterms:modified>
</coreProperties>
</file>